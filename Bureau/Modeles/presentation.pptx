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l'orateur : le message de la présentation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: ce que l'orateur dit, sources détaillées.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12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80" y="273050"/>
            <a:ext cx="681573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0"/>
            <a:ext cx="401112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40" y="4800600"/>
            <a:ext cx="731527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40" y="612775"/>
            <a:ext cx="731527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40" y="5367338"/>
            <a:ext cx="731527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87" y="274638"/>
            <a:ext cx="274322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6" y="274638"/>
            <a:ext cx="802647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6" y="274638"/>
            <a:ext cx="109729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600200"/>
            <a:ext cx="109729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1F3A5F"/>
                </a:solidFill>
              </a:rPr>
              <a:t>{{titre}}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F2933"/>
                </a:solidFill>
              </a:rPr>
              <a:t>{{client}} ·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F3A5F"/>
                </a:solidFill>
              </a:rPr>
              <a:t>Le titre affirme le message de la diapositive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1F2933"/>
                </a:solidFill>
              </a:rPr>
              <a:t>Un seul message par diapositive</a:t>
            </a:r>
          </a:p>
          <a:p>
            <a:r>
              <a:rPr sz="1800">
                <a:solidFill>
                  <a:srgbClr val="1F2933"/>
                </a:solidFill>
              </a:rPr>
              <a:t>Trois à cinq éléments au plus, chacun prouve le titre</a:t>
            </a:r>
          </a:p>
          <a:p>
            <a:r>
              <a:rPr sz="1800">
                <a:solidFill>
                  <a:srgbClr val="1F2933"/>
                </a:solidFill>
              </a:rPr>
              <a:t>Chiffres avec unité et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ison">
      <a:dk1>
        <a:srgbClr val="1F2933"/>
      </a:dk1>
      <a:lt1>
        <a:srgbClr val="FFFFFF"/>
      </a:lt1>
      <a:dk2>
        <a:srgbClr val="1F3A5F"/>
      </a:dk2>
      <a:lt2>
        <a:srgbClr val="EEF1F4"/>
      </a:lt2>
      <a:accent1>
        <a:srgbClr val="1F3A5F"/>
      </a:accent1>
      <a:accent2>
        <a:srgbClr val="7A5C12"/>
      </a:accent2>
      <a:accent3>
        <a:srgbClr val="2E6F57"/>
      </a:accent3>
      <a:accent4>
        <a:srgbClr val="6B7785"/>
      </a:accent4>
      <a:accent5>
        <a:srgbClr val="9B2C2C"/>
      </a:accent5>
      <a:accent6>
        <a:srgbClr val="3E5C82"/>
      </a:accent6>
      <a:hlink>
        <a:srgbClr val="1F3A5F"/>
      </a:hlink>
      <a:folHlink>
        <a:srgbClr val="4A5868"/>
      </a:folHlink>
    </a:clrScheme>
    <a:fontScheme name="Maison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